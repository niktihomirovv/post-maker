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mpd_ybmp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87000" y="4953000"/>
            <a:ext cx="8890000" cy="254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 i="0">
                <a:solidFill>
                  <a:srgbClr val="FFFFFF"/>
                </a:solidFill>
                <a:latin typeface="Arial"/>
              </a:defRPr>
            </a:pPr>
            <a:r>
              <a:t>Заголовок презентации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