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7dboiq_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47000" y="5588000"/>
            <a:ext cx="8890000" cy="2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5000" b="0" i="0">
                <a:solidFill>
                  <a:srgbClr val="FFFFFF"/>
                </a:solidFill>
                <a:latin typeface="Arial"/>
              </a:defRPr>
            </a:pPr>
            <a:r>
              <a:t>Заголовок презентации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